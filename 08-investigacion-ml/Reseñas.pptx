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0"/>
          </a:xfrm>
          <a:prstGeom prst="rect">
            <a:avLst/>
          </a:prstGeom>
          <a:solidFill>
            <a:srgbClr val="0151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reseñas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clientes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sentimiento (negativa / neutral / positiva) a partir del texto de la reseña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502920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212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Turismo Inteligente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B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 y 4  ·  Tema de investigación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500,002 reseñas  ·  MongoDB Atlas  ·  scikit-learn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Justificación del tema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eligió Machine Learning entre las nueve opciones del enunciado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5544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datos ya lo contempla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08760" y="20116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hechos dw.FactReseña guarda la longitud del texto de la reseña como insumo previsto para clasificación con ML.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17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08760" y="29718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están disponibles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08760" y="342900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500,002 reseñas con texto, calificación, idioma y verificación, almacenadas en MongoDB Atlas.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34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08760" y="4389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valor de negocio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08760" y="484632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medir la satisfacción del cliente a partir del texto, sin depender únicamente de la calificación numérica.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Inteligente  ·  Tema de investigación: Machine Learning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resuelve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miles de reseñas de texto libre a información accionable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FB2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Auto-etiquetar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reseñas de canales donde solo llega texto, sin estrella asociada.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FB2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20574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36118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a tiempo un repunte de reseñas negativas por hotel, tour o paquete.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FB2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58200" y="20574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satisfacción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36118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 los indicadores del dashboard sin lectura manual de cada reseña.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Inteligente  ·  Tema de investigación: Machine Learning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prototipo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desde la nube, entrena local, predice texto libre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turismo_nosql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500,002 docs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2880360"/>
            <a:ext cx="384048" cy="365760"/>
          </a:xfrm>
          <a:prstGeom prst="rightArrow">
            <a:avLst/>
          </a:prstGeom>
          <a:solidFill>
            <a:srgbClr val="5B7177"/>
          </a:solidFill>
          <a:ln/>
        </p:spPr>
      </p:sp>
      <p:sp>
        <p:nvSpPr>
          <p:cNvPr id="8" name="Shape 6"/>
          <p:cNvSpPr/>
          <p:nvPr/>
        </p:nvSpPr>
        <p:spPr>
          <a:xfrm>
            <a:off x="3493008" y="219456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23774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Extraer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493008" y="3154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-&gt; CSV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61888" y="2880360"/>
            <a:ext cx="384048" cy="365760"/>
          </a:xfrm>
          <a:prstGeom prst="rightArrow">
            <a:avLst/>
          </a:prstGeom>
          <a:solidFill>
            <a:srgbClr val="5B7177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5936" y="219456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01515F"/>
          </a:solidFill>
          <a:ln/>
        </p:spPr>
      </p:sp>
      <p:sp>
        <p:nvSpPr>
          <p:cNvPr id="13" name="Text 11"/>
          <p:cNvSpPr/>
          <p:nvPr/>
        </p:nvSpPr>
        <p:spPr>
          <a:xfrm>
            <a:off x="6345936" y="23774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Entrenar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345936" y="3154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Logística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14816" y="2880360"/>
            <a:ext cx="384048" cy="365760"/>
          </a:xfrm>
          <a:prstGeom prst="rightArrow">
            <a:avLst/>
          </a:prstGeom>
          <a:solidFill>
            <a:srgbClr val="5B7177"/>
          </a:solidFill>
          <a:ln/>
        </p:spPr>
      </p:sp>
      <p:sp>
        <p:nvSpPr>
          <p:cNvPr id="16" name="Shape 14"/>
          <p:cNvSpPr/>
          <p:nvPr/>
        </p:nvSpPr>
        <p:spPr>
          <a:xfrm>
            <a:off x="9198864" y="219456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198864" y="23774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Predecir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98864" y="3154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libre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Salidas: modelo entrenado  ·  reporte de métricas  ·  matriz de confusión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892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fuente de datos es la base en la nube (MongoDB Atlas). El entrenamiento y la predicción se ejecutan de forma local.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Inteligente  ·  Tema de investigación: Machine Learning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500,002 reseñas reales extraídas de Atlas</a:t>
            </a:r>
            <a:endParaRPr lang="en-US" sz="1400" dirty="0"/>
          </a:p>
        </p:txBody>
      </p:sp>
      <p:pic>
        <p:nvPicPr>
          <p:cNvPr id="4" name="Image 0" descr="C:/Users/sr331/Desktop/Avance proyecto - Semana 3/Semana3-Integrante1-AlexHerrera/08-investigacion-ml/evidencias/distribucion-cl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58368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664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cada reseña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406640" y="2148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06640" y="24323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1-5 -&gt; negativa / neutral / positiva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06640" y="3017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06640" y="330098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+ comentario de la reseña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06640" y="3886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06640" y="41696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idioma, verificada, util_votos, tipo_entidad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406640" y="4754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06640" y="50383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mayoritariamente español (es)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Inteligente  ·  Tema de investigación: Machine Learning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reproducible y explicable, como pide el enunciado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FB2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852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(título + comentario)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1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  (1-2 gramas, min_df=5)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1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  (multiclase, balanceada)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 sentimiento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0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Mapeo de etiquetas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286000"/>
          <a:ext cx="4297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Calificación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1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1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1 - 2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4 - 5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Inteligente  ·  Tema de investigación: Machine Learning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EJECUCIÓN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Extracción de datos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500,002 reseñas leídas desde MongoDB Atlas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29968" y="1618488"/>
            <a:ext cx="8101584" cy="4581332"/>
          </a:xfrm>
          <a:prstGeom prst="roundRect">
            <a:avLst>
              <a:gd name="adj" fmla="val 1597"/>
            </a:avLst>
          </a:prstGeom>
          <a:solidFill>
            <a:srgbClr val="0D1E22"/>
          </a:solidFill>
          <a:ln/>
          <a:effectLst>
            <a:outerShdw sx="100000" sy="100000" kx="0" ky="0" algn="bl" rotWithShape="0" blurRad="101600" dist="38100" dir="5400000">
              <a:srgbClr val="8FA6A9">
                <a:alpha val="55000"/>
              </a:srgbClr>
            </a:outerShdw>
          </a:effectLst>
        </p:spPr>
      </p:sp>
      <p:pic>
        <p:nvPicPr>
          <p:cNvPr id="6" name="Image 0" descr="C:/Users/sr331/Desktop/Avance proyecto - Semana 3/Semana3-Integrante1-AlexHerrera/08-investigacion-ml/evidencias/ejecucion/cap-01-extrac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691640"/>
            <a:ext cx="7955280" cy="44350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25-08-2026 20:21  ·  500,002 filas escritas  ·  75.0 s  ·  0 registros descartados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Inteligente  ·  Tema de investigación: Machine Learning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prueba: 100,001 reseñas</a:t>
            </a:r>
            <a:endParaRPr lang="en-US" sz="1400" dirty="0"/>
          </a:p>
        </p:txBody>
      </p:sp>
      <p:pic>
        <p:nvPicPr>
          <p:cNvPr id="4" name="Image 0" descr="C:/Users/sr331/Desktop/Avance proyecto - Semana 3/Semana3-Integrante1-AlexHerrera/08-investigacion-ml/evidencias/matriz-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600200"/>
            <a:ext cx="484632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8308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85800" y="2560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global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01752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400,001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85800" y="37947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de entrenamiento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25196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477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85800" y="50292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de vocabulario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Inteligente  ·  Tema de investigación: Machine Learning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EJECUCIÓN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 y evaluación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real de la corrida de entrenamiento del modelo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527048"/>
            <a:ext cx="3856833" cy="5038344"/>
          </a:xfrm>
          <a:prstGeom prst="roundRect">
            <a:avLst>
              <a:gd name="adj" fmla="val 1897"/>
            </a:avLst>
          </a:prstGeom>
          <a:solidFill>
            <a:srgbClr val="0D1E22"/>
          </a:solidFill>
          <a:ln/>
          <a:effectLst>
            <a:outerShdw sx="100000" sy="100000" kx="0" ky="0" algn="bl" rotWithShape="0" blurRad="101600" dist="38100" dir="5400000">
              <a:srgbClr val="8FA6A9">
                <a:alpha val="55000"/>
              </a:srgbClr>
            </a:outerShdw>
          </a:effectLst>
        </p:spPr>
      </p:sp>
      <p:pic>
        <p:nvPicPr>
          <p:cNvPr id="6" name="Image 0" descr="C:/Users/sr331/Desktop/Avance proyecto - Semana 3/Semana3-Integrante1-AlexHerrera/08-investigacion-ml/evidencias/ejecucion/cap-02-entrenami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3710529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1600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muestra la corrida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63440" y="221284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208483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global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937760" y="239572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 sobre 100,001 reseñas de prueba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312724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299923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por clase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937760" y="331012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precisión, recall y f1 por clase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404164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391363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937760" y="422452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477 términos (1-2 gramas)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663440" y="495604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4937760" y="482803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937760" y="513892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sin errores entre clases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663440" y="5577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25-08-2026 20:22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Inteligente  ·  Tema de investigación: Machine Learning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Naturaleza de los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la exactitud obtenida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de reseñas es sintético: el texto se genera a partir de plantillas asociadas a la calificación. Por eso el texto se corresponde de forma muy directa con la nota.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explica la exactitud del 100% y se observa en: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BF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vocabulario reducido (477 términos)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BF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de las clases sin errores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0" y="1737360"/>
            <a:ext cx="4297680" cy="3566160"/>
          </a:xfrm>
          <a:prstGeom prst="roundRect">
            <a:avLst>
              <a:gd name="adj" fmla="val 2564"/>
            </a:avLst>
          </a:prstGeom>
          <a:solidFill>
            <a:srgbClr val="01515F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prototipo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43800" y="2331720"/>
            <a:ext cx="3886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valida el flujo completo de trabajo: extracción desde la nube, vectorización, entrenamiento, evaluación y predicción sobre 500 mil registros.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Además, el modelo clasifica correctamente frases escritas manualmente que no forman parte de las plantillas.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4: validar el modelo contra reseñas reales en español para una medición representativa.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Inteligente  ·  Tema de investigación: Machine Learning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EJECUCIÓN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sobre texto libre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clasifica frases nuevas que no forman parte de las plantillas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29968" y="1572768"/>
            <a:ext cx="8101584" cy="4801858"/>
          </a:xfrm>
          <a:prstGeom prst="roundRect">
            <a:avLst>
              <a:gd name="adj" fmla="val 1523"/>
            </a:avLst>
          </a:prstGeom>
          <a:solidFill>
            <a:srgbClr val="0D1E22"/>
          </a:solidFill>
          <a:ln/>
          <a:effectLst>
            <a:outerShdw sx="100000" sy="100000" kx="0" ky="0" algn="bl" rotWithShape="0" blurRad="101600" dist="38100" dir="5400000">
              <a:srgbClr val="8FA6A9">
                <a:alpha val="55000"/>
              </a:srgbClr>
            </a:outerShdw>
          </a:effectLst>
        </p:spPr>
      </p:sp>
      <p:pic>
        <p:nvPicPr>
          <p:cNvPr id="6" name="Image 0" descr="C:/Users/sr331/Desktop/Avance proyecto - Semana 3/Semana3-Integrante1-AlexHerrera/08-investigacion-ml/evidencias/ejecucion/cap-03-predic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645920"/>
            <a:ext cx="7955280" cy="46555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25-08-2026 20:23  ·  frases escritas manualmente, fuera del conjunto de entrenamiento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Inteligente  ·  Tema de investigación: Machine Learning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3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y próximos pasos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01515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Hecho (Semana 3)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0120" y="22860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definido y documentado: clasificación de reseñas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 sobre las 500,002 reseñas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datos desde la base en la nube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Evidencias: capturas de ejecución, métricas y matriz de confusión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01515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Pendiente (Semana 4)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629400" y="22860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modelo contra reseñas reales en español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la clasificación como indicador del dashboard</a:t>
            </a:r>
            <a:endParaRPr lang="en-US" sz="1400" dirty="0"/>
          </a:p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la demostración para la presentación final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datos y evidencias documentados en el repositorio del proyecto.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Inteligente  ·  Tema de investigación: Machine Learning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2026-08-26T02:25:55Z</dcterms:created>
  <dcterms:modified xsi:type="dcterms:W3CDTF">2026-08-26T02:25:55Z</dcterms:modified>
</cp:coreProperties>
</file>